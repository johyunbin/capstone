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357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무제">
            <a:hlinkClick r:id="" action="ppaction://media"/>
            <a:extLst>
              <a:ext uri="{FF2B5EF4-FFF2-40B4-BE49-F238E27FC236}">
                <a16:creationId xmlns:a16="http://schemas.microsoft.com/office/drawing/2014/main" id="{7BB823C6-78DD-69F9-BA7C-FEF73E956A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7835" y="1079664"/>
            <a:ext cx="10896329" cy="61220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81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Macintosh PowerPoint</Application>
  <PresentationFormat>와이드스크린</PresentationFormat>
  <Paragraphs>13</Paragraphs>
  <Slides>13</Slides>
  <Notes>13</Notes>
  <HiddenSlides>0</HiddenSlides>
  <MMClips>1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조현빈</cp:lastModifiedBy>
  <cp:revision>3</cp:revision>
  <dcterms:created xsi:type="dcterms:W3CDTF">2026-05-26T14:20:05Z</dcterms:created>
  <dcterms:modified xsi:type="dcterms:W3CDTF">2026-05-26T14:32:38Z</dcterms:modified>
</cp:coreProperties>
</file>