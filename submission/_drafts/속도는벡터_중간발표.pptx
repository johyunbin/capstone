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1323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CAPSTONE 2026-1  ·  MIDTERM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713232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2026-04-28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Exqutor 벡터 카디널리티 추정의 단일 테이블 사각지대와 Skew-Aware Sampling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Pivot A BERNOULLI 교체 + Pivot C KM20 Stratified — 3 데이터셋 5-seed CI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박세은 (팀장)  ·  강재현  ·  조현빈  ·  이동욱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연세대학교 컴퓨터과학과 · 2026-1 캡스톤 디자인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355080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지도교수 박광현 · 지도연구원 임채림 석사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55448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벡터 카디널리티 추정의 사각지대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8775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51460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8775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Exqutor 의 두 해법과 한계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2900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474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Our Approach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54787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의 차별성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3484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Experiments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50799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· RQ2 · RQ3 설계와 결과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4924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6811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949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546811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현재 진행 상황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1. 해결하고자 하는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벡터 조건의 선택도를 시스템마다 "고정 비율"로 추정한다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기존 시스템 — 고정 비율 추정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pgvector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PostgreSQL operator default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4612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fixed estimator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79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19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14799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79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scan all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실제 — 0.001% ~ 90% 의 광범위한 분포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331720"/>
            <a:ext cx="5760720" cy="24688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4688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실제 선택도는 query 에 따라 0.001% ~ 90% 의 광범위한 분포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옵티마이저가 잘못된 실행 계획 선택 → nested loop vs hash join, index 사용 여부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이미지 검색 / 추천 / RAG retrieval 등 단일 테이블 vector range query 에서 빈번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105156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"기술적으로 좋은 추정" vs "실행 계획에 진짜 도움 되는 추정" — 이 간극을 어떻게 메울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2-Ⅰ. 기존 연구의 현황 — Exqutor 의 두 보완책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arXiv:2512.09695v2 (2024) · 4/3 교수님 미팅에서 본 논문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ECQO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HNSW 인덱스가 있을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HNSW range query 를 직접 실행해 1~2ms 로 정확 카디널리티 산출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1~2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정확 카디널리티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Adaptive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인덱스가 없을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모멘텀 기반 동적 샘플링 — sample size 를 점진 확장하며 분산 수렴 판정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1000×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pgvector 대비 최대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→  pgvector 1000×, VBASE 10000×, DuckDB 1.5~37× 성능 향상 (논문 보고)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2-Ⅱ. Adaptive Sampling 의 한계 — 사각지대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본 팀 4/14 소스 검증으로 첫 정량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0876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Hook Trigger 사각지대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0136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vector.c L243 · if (table_count &gt;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7568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단일 테이블 vector range query 가 hook 경로에서 배제 → 모든 query 가 PG default selectivity 1/3 로 fall-through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78892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Plan Replacement 부작용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hook 우회 시 outer query plan-tree → Sample 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35584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true=100,000 query 의 SELECT count(*) 가 sample 안 부분 카운트 32 로 격하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39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43399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069079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Skew 지표 8 종 전수 negative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361687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Phase 1·5 — 글로벌 4 + 로컬 4 = 8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636007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k-NN entropy, PCA EVR1 등 모든 지표 vs Q-error · Spearman |ρ| &lt; 0.2 (4 지표 × 6 selectivity = 24 조합)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37160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vector.c — Hook Trigger 사각지대 (line 243)</a:t>
            </a:r>
          </a:p>
        </p:txBody>
      </p:sp>
      <p:pic>
        <p:nvPicPr>
          <p:cNvPr id="26" name="Picture 25" descr="slide6_vector_c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48"/>
            <a:ext cx="5806440" cy="228590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52160" y="425196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vector.c L243 — table_count &gt; 2 hook trigger 사각지대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단일 테이블 vector range query (이미지 검색·추천·RAG) 는 Exqutor 가 **명시적으로 배제한** 사각지대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3. 차별성 및 제안 연구의 중요성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— 분포 정보를 사용한 두 단계 보강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Block-bias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L889 의 TABLESAMPLE SYSTEM(%f) → BERNOULLI(%f) 한 줄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fair baseline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s=0.500, p&lt;0.001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Data-side k-means K=20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 — stratum_id 사전 부여 + Horvitz-Thompson 가중 추정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공간 인식 sampling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1M, 5-seed CI [+1.11, +2.18]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39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03904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✦  두 Pivot 은 직교적 — SYSTEM × BERNOULLI × STRATIFIED 의 ablation matrix 로 각 기여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43484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본 연구의 핵심 기여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8828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006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RQ1: 8 지표 negative 로 query-side feature 의 사전 layer 정의 불가능성을 정량 증명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53400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578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RQ2: KM20 stratified 가 BERNOULLI 위에서 추가 개선 — 5-seed CI 하한 양수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7972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7150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 설계: 분포 미지 시 KM20 의 "공간 인식 효과" 를 Recovery Rate 프레임워크로 측정</a:t>
            </a:r>
          </a:p>
        </p:txBody>
      </p:sp>
      <p:pic>
        <p:nvPicPr>
          <p:cNvPr id="32" name="Picture 31" descr="figure_9_two_leve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419" y="4206240"/>
            <a:ext cx="4905800" cy="21945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37760" y="6446520"/>
            <a:ext cx="66751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— Level 1 (비례) + Level 2 (공간 인식) 분해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4-Ⅰ. RQ1 — Skew 지표는 Q-error 를 예측하지 못한다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1 (글로벌) + Phase 5 (로컬) = 8 지표 전수 검증, 총 3000 측정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실험 셋업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데이터셋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55064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subset · 96d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39112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 query × 6 selectivity × 5 seed = 3000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(글로벌)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2316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log-Fisher γ, P99/P50 tail ratio, Bowley skew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25496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(로컬)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807208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k-NN entropy, PCA EVR1, KDE modality, NN clustering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(Phase 1 + Phase 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66160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57600"/>
            <a:ext cx="4800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12 조합 모두 Q-error ratio ≈ 1.0 (skewed/non-skewed 그룹 차이 없음)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글로벌 24 + 로컬 24 = 48 조합 모두 Spearman |ρ| &lt; 0.2 (Cohen 1988 small-effect 미달)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100 query 전부 Fisher γ &lt; 0 (left-skewed) — 고차원 거리 집중 현상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32588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Phase 5 Local Skew × Selectivity Spearman ρ</a:t>
            </a:r>
          </a:p>
        </p:txBody>
      </p:sp>
      <p:pic>
        <p:nvPicPr>
          <p:cNvPr id="20" name="Picture 19" descr="figure_6_phase5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61077"/>
            <a:ext cx="5806440" cy="22842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52160" y="416052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5 — 로컬 4 지표 × 6 selectivity = 24 조합 모두 |ρ| &lt; 0.2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→  고차원 벡터에서 query-side feature 로 layer 를 사전 정의하는 것은 불가능 — 본 연구의 Motivation 첫 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4-Ⅱ. RQ2 (1) — BERNOULLI 가 SYSTEM 의 block-bias 를 제거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100 query × 6 selectivity × 1 seed × 2 mode = 1200 측정 · paired Wilcoxon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8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21792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097280"/>
                <a:gridCol w="1097280"/>
                <a:gridCol w="777240"/>
                <a:gridCol w="1234440"/>
                <a:gridCol w="1234440"/>
              </a:tblGrid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SYS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BERN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diff%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p-value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0.596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+20.0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1.195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0.0009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0.300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+12.0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ure_1_phase4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80924"/>
            <a:ext cx="4846320" cy="1313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5303520"/>
            <a:ext cx="48463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4 — SYS vs BERN paired Q-error 4 panel (s=0.05/0.10/0.30/0.50)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63093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Takeaways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6263640" cy="16916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526280"/>
            <a:ext cx="6080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4 selectivity 구간 (s=0.05~0.5) 에서 p&lt;0.001 — block sampling bias 는 통계적으로 유의한 구조적 약점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vector.c 한 줄 교체로 Exqutor 카디널리티 추정 개선 경로 확보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단, 이는 Pivot C 의 fair baseline 도구이지 단독 기여가 아님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4-Ⅲ. RQ2 (2) — KM20 Stratified 가 BERNOULLI 위에서 추가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5-seed 신뢰구간으로 외적 타당성 확보 · vector.c +228 줄 native 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9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858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5-seed 평균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95% CI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 seed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[+1.11, +2.18]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[+1.45, +3.80]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[+0.72, +7.66]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4/5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BERNOULLI vs STRATIFIED (KM20)</a:t>
            </a:r>
          </a:p>
        </p:txBody>
      </p:sp>
      <p:pic>
        <p:nvPicPr>
          <p:cNvPr id="9" name="Picture 8" descr="figure_2_phase6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489" y="1783080"/>
            <a:ext cx="3840861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4160520"/>
            <a:ext cx="4114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6 Step 4 — BERNOULLI vs STRATIFIED (KM20) 100 query boxplot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50% / 30% / 10% 세 구간 모두 95% CI 가 0 을 포함하지 않음 — real effect 통계적 확정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s=0.500 1-seed p=4.01e-05 (Bonferroni 통과) → 5-seed 재현으로 우연 가능성 배제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BERNOULLI 위에서 추가 개선 — 누적 vs SYSTEM 은 +12.5% (s=0.500)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vector.c  +228 줄 native  ·  GUC 3 개  ·  stratum_id 사전 부여  ·  Horvitz-Thompson 가중 추정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4-Ⅳ. External Validity — 3 데이터셋 교차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· DEEP 8M · SIFT 1.5M — D_target 데이터셋별 재계산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 / 17</a:t>
            </a:r>
          </a:p>
        </p:txBody>
      </p:sp>
      <p:pic>
        <p:nvPicPr>
          <p:cNvPr id="7" name="Picture 6" descr="figure_8_cross_datas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38" y="1417320"/>
            <a:ext cx="4720203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1208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외적 타당성 — DEEP 1M / 8M / SIFT 1.5M, KM20 s=0.500 효과 95%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4173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4173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(96d)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013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[+1.11, +2.18]  ·  CV 0.234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5087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0" y="23317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774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8M (96d)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7157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[+0.65, +2.86]  ·  CV 0.234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+1.76%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32461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3246120"/>
            <a:ext cx="164592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32918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1.5M (128d)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301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[+2.66, +3.48]  ·  CV 0.394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33375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+3.07%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106424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+ 시사점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DEEP 1M vs 8M : CI 겹침 (CONSISTENT) — 8 배 규모에서 동일 효과 재현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SIFT 1.5M : CI 가 DEEP 과 겹치지 않음 (~2 배 효과) — 통계적 구별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쏠림도 (CV) DEEP 0.234 vs SIFT 0.394 (68% 높음) — 쏠림 ↑ ⇒ 공간 인식 가치 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결과 해석 — 데이터 쏠림과 공간 인식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+ 클러스터 쏠림도 (HHI / CV) 정량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11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KM20 개선 = Level 1 (비례 배분) + Level 2 (공간 인식)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669280" cy="2011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1280160"/>
                <a:gridCol w="1600200"/>
              </a:tblGrid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KM20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RANDOM20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격차 (Level 2)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지배 요인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~0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비례만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+2.4%p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+1.74%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+2.5%p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 = 1%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−10.67%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+19.6%p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★ 공간 인식 단독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371600"/>
            <a:ext cx="53035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데이터셋 쏠림도 — DEEP CV 0.234 vs SIFT CV 0.394 (68% 높음)</a:t>
            </a:r>
          </a:p>
        </p:txBody>
      </p:sp>
      <p:pic>
        <p:nvPicPr>
          <p:cNvPr id="10" name="Picture 9" descr="figure_10_cluster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79979"/>
            <a:ext cx="5349240" cy="2183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251960"/>
            <a:ext cx="53492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클러스터 쏠림도 — DEEP CV 0.234 vs SIFT CV 0.394 (HHI 정량)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72744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663440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최대 클러스터 14.8 만 (기대값 7.5 만의 2 배)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02005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956048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상위 2 클러스터가 전체 19% 점유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3126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248656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효과 SIFT +3.07% (DEEP +1.64% 의 약 2 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33288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쏠림 ↑ ⇒ Level 2 (공간 인식) 단독 효과 ↑ — 본 가설 단조 관계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RQ3 (설계) — 분포를 모를 때의 Recovery Rate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패러다임 × 7 방법 — W5~W7 실험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12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Recovery Rate = (방법X − RANDOM20) / (KM20 − RANDOM20)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Partition (4 방법)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1. LSH Random Hyperplane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2. Random Projection (JL)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124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48456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3. Hilbert Curve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9651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32504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4. Mini-batch K-means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1회 사전 처리 — KM20 와 비용 동등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7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1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Online Query-Adaptive (2 방법)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7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199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59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5. Distance-Shell</a:t>
            </a:r>
          </a:p>
        </p:txBody>
      </p:sp>
      <p:sp>
        <p:nvSpPr>
          <p:cNvPr id="28" name="Oval 27"/>
          <p:cNvSpPr/>
          <p:nvPr/>
        </p:nvSpPr>
        <p:spPr>
          <a:xfrm>
            <a:off x="4571999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599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6. KDE-pilot (Neyman)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Query 도착 시점 학습 — D_target 의존성 제거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1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Weight-based (1 방법)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3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3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7. Importance Sampling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Sample 후 재가중 — partition 자체 불필요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평가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→  DEEP 1M · 8M · SIFT 1.5M 3 데이터셋 × 5 seed × 5 selectivity 동일 조건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최소 1 방법이 RR ≥ 0.5 → 분포 미지 시에도 KM20 의 절반 효과 회수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5-Ⅰ. 현재 진행 상황 (W1~W4)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13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3/2~4/4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Scope · 환경 세팅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주제 확정 (3/3)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Exqutor 채택 (4/3)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서버 수령 + Docker (4/14)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코드·데이터 수령 (4/7~)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W2 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4/11~4/15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RQ1 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1 가설 H1 기각 (4/14)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5 로컬 4 지표 negative (4/15)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Design Constraint 발견 (4/14)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W3 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4/15~4/16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RQ2 Aware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4 Pivot A native (4/14~15)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6 Step 4 KM20 1-seed (4/15)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5-seed CI · DEEP 1M/8M/SIFT (4/16)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7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W4  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4/17~4/28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7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보강 +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7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Two-Level 분해 +19.6%p (4/16)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HHI/CV 정량 (4/17)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RQ3 7-way 설계 (4/16)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79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중간보고서 + 발표 (4/28)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✓  RQ1 + RQ2 본선 + 5-seed 외적 타당성 + RQ3 설계 — 학기 중간 시점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5-Ⅱ. 향후 계획 (W5~W10)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4630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4/29~5/6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4630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Offline Partition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4904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Random K=20, Subspace decile, LSH 3 방법 — DEEP 1M 1-seed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05740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5/7~5/13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5-seed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8483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선별된 1~2 방법 5-seed × 3 데이터셋 — Recovery Rate 산출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08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60604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7004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26517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5/14~5/20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65176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RQ3-B + Layer K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7919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Online + Weight 패러다임 + K=10/20/30/50 sweep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6440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2461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5/21~5/27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32461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심화 + 최종발표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7355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per-stratum BERN 최적화, sample_size sensitivity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79476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85876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38404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5/28~6/4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38404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+ 전시회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86791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5/27~29 발표, 6/5 전시회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8920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4531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44348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6/5~6/11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44348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최종보고서 작성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622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+ RQ2 + RQ3 통합 + 실험 재현 가이드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7607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산출물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7607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PDF (5/27~29)  ·  전시회 포스터 (6/5)  ·  최종보고서 PDF (6/11)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5-Ⅲ. 팀원별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15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박세은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전체 일정 관리 · 자문 회신 정리 · 발표·보고서 총괄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자문 컨택 정리 · 4 인 합의 주재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주 발표자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강재현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중간발표 주 발표 · 슬라이드 검수 · Q&amp;A 사회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16 슬라이드 검수 · 리허설 2회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63639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9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399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실험·문서화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조현빈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RQ1/RQ2 실험 · vector.c native 구현 · 보고서 작성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5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799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39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1539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52559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59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19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분석·작도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79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이동욱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7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79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통계 분석 (CI·Two-Level) · 그림 작성 · RQ3 설계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79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9827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9719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Two-Level +19.6%p 분해 · 그림 8 종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66928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 Q&amp;A 응답 — 통계·CI 는 이동욱, 실험 디테일은 조현빈, 일정·체크포인트는 박세은 분담 (4 인 합의 후 진행)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결론 — 본 발표의 4 핵심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negative · RQ2 외적 타당성 · Two-Level 분해 · RQ3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 지표는 Q-error 를 예측하지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48 / 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조합 모두 |ρ| &lt; 0.2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글로벌 4 + 로컬 4 = 48 조합 모두 negative — query-side feature 사전 layer 정의 불가능성을 정량 증명 (Cohen 1988)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Skew-Aware Sampling 의 외적 타당성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 ~ +3.07%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/ 8M / SIFT 5-seed 95%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 데이터셋 모두 BERN 위에서 추가 개선 — DEEP 1M vs 8M CI 겹침 (CONSISTENT) · SIFT 1.5M 약 2배 효과 (CV 0.394, 통계적 구별)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Two-Level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공간 인식 단독 효과 정량화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+19.6 %p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Level 2 단독 (DEEP 1M, s=0.010)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+8.93%, RANDOM20 −10.67% — 비례 배분 (Level 1) 과 공간 인식 (Level 2) 분해, 가설 단조 관계 재확인 (Horvitz-Thompson 1952)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79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Recovery Rate 프레임워크 설계 완료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7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79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 × 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패러다임 × 방법 (W5~W7 실험)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(LSH/RP/Hilbert/MiniBatch) + Online (Shell/KDE-pilot) + Weight (IS) — 분포 미지 시 KM20 의 절반 효과 회수 목표 (Neyman 1934)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7150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skewed 거리 분포에서 카디널리티 추정 정확도 — 본 연구의 단계적 sanitize 가 측정 가능한 개선을 정량 확보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2377440"/>
            <a:ext cx="21945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06040"/>
            <a:ext cx="12191695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질문 부탁드립니다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44068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박세은 (팀장) · 강재현 · 조현빈 · 이동욱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