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2" autoAdjust="0"/>
    <p:restoredTop sz="94643"/>
  </p:normalViewPr>
  <p:slideViewPr>
    <p:cSldViewPr snapToGrid="0" snapToObjects="1">
      <p:cViewPr varScale="1">
        <p:scale>
          <a:sx n="159" d="100"/>
          <a:sy n="159" d="100"/>
        </p:scale>
        <p:origin x="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23B7F-8C56-48F1-98C9-0593781F4D74}" type="datetimeFigureOut">
              <a:rPr lang="ko-KR" altLang="en-US" smtClean="0"/>
              <a:t>2026. 4. 28.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FA1FC-240D-46F1-B02C-E549D962A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60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FA1FC-240D-46F1-B02C-E549D962A89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05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01168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CAPSTONE 2026-1  /  MIDTERM PRESENTATION  /  </a:t>
            </a:r>
            <a:r>
              <a:rPr sz="10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연세대학교</a:t>
            </a:r>
            <a:endParaRPr sz="10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685800"/>
            <a:ext cx="1371600" cy="2109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2026.04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911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US" altLang="ko-KR" sz="4400" b="1" dirty="0"/>
              <a:t>Skew-Aware Stratified Sampling </a:t>
            </a:r>
            <a:r>
              <a:rPr lang="ko-KR" altLang="ko-KR" sz="4400" b="1" dirty="0"/>
              <a:t>을 이용한</a:t>
            </a:r>
            <a:endParaRPr lang="ko-KR" altLang="ko-KR" sz="4400" dirty="0"/>
          </a:p>
          <a:p>
            <a:r>
              <a:rPr lang="en-US" altLang="ko-KR" sz="4400" b="1" dirty="0"/>
              <a:t>Vector Cardinality </a:t>
            </a:r>
            <a:r>
              <a:rPr lang="ko-KR" altLang="ko-KR" sz="4400" b="1" dirty="0"/>
              <a:t>추정 정확도 개선 연구</a:t>
            </a:r>
            <a:endParaRPr lang="ko-KR" altLang="ko-KR" sz="4400" dirty="0"/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7315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7315200" cy="4197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  <a:endParaRPr sz="22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66928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080760"/>
            <a:ext cx="393192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지도교수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박광현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연구원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임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채림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 Cardinality Estimation: Blind Spots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 Methods &amp; Limits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Skew-Aware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/Unaware</a:t>
            </a: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sz="12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RQ1·RQ2·RQ3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12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Design / Results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Current progress &amp; Future plans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1.Problem</a:t>
            </a:r>
            <a:endParaRPr sz="2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2481" y="1344669"/>
            <a:ext cx="1106424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벡터</a:t>
            </a: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range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조건의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마다 크게 달라지지만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optimizer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벡터 공간 분포를 반영하지 못한다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비율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2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—</a:t>
            </a:r>
            <a:r>
              <a:rPr lang="en-US" sz="12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Query</a:t>
            </a:r>
            <a:r>
              <a:rPr lang="ko-KR" altLang="en-US" sz="12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마다 달라지는 </a:t>
            </a:r>
            <a:r>
              <a:rPr sz="12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sz="1200" b="1" dirty="0">
              <a:solidFill>
                <a:srgbClr val="EA580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1652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선택도는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query에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따라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0.001% ~ 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0%의 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광범위한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잘못된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추정 →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join, index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유무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scan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전략 선택 왜곡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비효율적 실행 계획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endParaRPr lang="en-US" sz="14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343741"/>
            <a:ext cx="10515600" cy="3385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고정 비율 추정으로는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query-dependent vector selectivity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설명할 수 없다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방법론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5194" y="1463040"/>
            <a:ext cx="5229617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  <a:r>
              <a:rPr 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(Exact Cardinality Query Optimization)</a:t>
            </a:r>
            <a:endParaRPr sz="16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있을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실행 계획 단계에서 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range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직접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  <a:r>
              <a:rPr lang="ko-KR" altLang="en-US"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하여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endParaRPr lang="en-US"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정확</a:t>
            </a:r>
            <a:r>
              <a:rPr lang="ko-KR" altLang="en-US"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977" y="4114800"/>
            <a:ext cx="498348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1~2 </a:t>
            </a:r>
            <a:r>
              <a:rPr sz="30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ms</a:t>
            </a:r>
            <a:endParaRPr sz="30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1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단시간 내 </a:t>
            </a:r>
            <a:r>
              <a:rPr sz="11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정확</a:t>
            </a:r>
            <a:r>
              <a:rPr lang="ko-KR" altLang="en-US" sz="11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1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1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en-US" sz="11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획득</a:t>
            </a:r>
            <a:endParaRPr sz="11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8463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74102"/>
            <a:ext cx="5029200" cy="2573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없을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12513"/>
            <a:ext cx="5029200" cy="6370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모멘텀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동적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sampling</a:t>
            </a:r>
            <a:endParaRPr lang="en-US" sz="12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ample size</a:t>
            </a:r>
            <a:r>
              <a:rPr lang="ko-KR" altLang="en-US"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ko-KR" altLang="en-US"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조금씩 늘려가며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ko-KR" altLang="en-US"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근사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~3.2</a:t>
            </a: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1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No index VAQ </a:t>
            </a:r>
            <a:r>
              <a:rPr lang="ko-KR" altLang="en-US" sz="11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성능 개선</a:t>
            </a:r>
            <a:endParaRPr sz="11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731860"/>
            <a:ext cx="10515600" cy="2954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r>
              <a:rPr lang="ko-KR" alt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uniform sample</a:t>
            </a:r>
            <a:r>
              <a:rPr lang="ko-KR" alt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skewed vector distribution</a:t>
            </a:r>
            <a:r>
              <a:rPr lang="ko-KR" alt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을 대표할 수 있는가</a:t>
            </a:r>
            <a:r>
              <a:rPr lang="en-US" altLang="ko-KR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?</a:t>
            </a:r>
            <a:endParaRPr sz="1400" b="1" dirty="0">
              <a:solidFill>
                <a:schemeClr val="bg2">
                  <a:lumMod val="75000"/>
                </a:schemeClr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284934"/>
            <a:ext cx="1069848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고차원 벡터</a:t>
            </a:r>
            <a:r>
              <a:rPr lang="en-US" altLang="ko-KR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데이터에서 유사도가 가장 높은 이웃을 빠르게 찾는 그래프 기반의 근접 </a:t>
            </a:r>
            <a:r>
              <a:rPr lang="ko-KR" altLang="en-US" sz="12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최근점</a:t>
            </a: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이웃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(ANN)</a:t>
            </a:r>
            <a:r>
              <a:rPr lang="en-US" altLang="ko-KR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검색 알고리즘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US" altLang="ko-KR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  <a:r>
              <a:rPr lang="en-US" altLang="ko-KR" sz="2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Adaptive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Sampling의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Hook Trigger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의한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AS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적용 범위 누락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1875272"/>
            <a:ext cx="4572000" cy="397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9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table_count</a:t>
            </a:r>
            <a:r>
              <a:rPr 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&gt;2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조건으로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single vector table range query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AS </a:t>
            </a:r>
            <a:r>
              <a:rPr lang="ko-KR" altLang="en-US" sz="9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미진입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endParaRPr lang="en-US" altLang="ko-KR" sz="9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sz="9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Pgvecotr</a:t>
            </a: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default selectivity 1/3 로 fall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단순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Gate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Relaxation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불가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H</a:t>
            </a:r>
            <a:r>
              <a:rPr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ook</a:t>
            </a:r>
            <a:r>
              <a:rPr 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 </a:t>
            </a:r>
            <a:r>
              <a:rPr lang="ko-KR" alt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조건 완화 시 추정용 </a:t>
            </a:r>
            <a:r>
              <a:rPr lang="en-US" altLang="ko-KR" sz="800" b="0" dirty="0" err="1">
                <a:solidFill>
                  <a:srgbClr val="EA580C"/>
                </a:solidFill>
                <a:latin typeface="Menlo"/>
                <a:ea typeface="Menlo"/>
                <a:cs typeface="Menlo"/>
              </a:rPr>
              <a:t>Tablesample</a:t>
            </a:r>
            <a:r>
              <a:rPr lang="ko-KR" alt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이 실제 실행 </a:t>
            </a:r>
            <a:r>
              <a:rPr lang="en-US" altLang="ko-KR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plan</a:t>
            </a:r>
            <a:r>
              <a:rPr lang="ko-KR" alt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에 반영 </a:t>
            </a:r>
            <a:endParaRPr sz="800" b="0" dirty="0">
              <a:solidFill>
                <a:srgbClr val="EA580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SELECT count(*)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결과가 전체 테이블 기준이 아니라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기준으로 계산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sampling bias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System sampling</a:t>
            </a:r>
            <a:r>
              <a:rPr lang="ko-KR" alt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은 </a:t>
            </a:r>
            <a:r>
              <a:rPr lang="en-US" altLang="ko-KR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page/block </a:t>
            </a:r>
            <a:r>
              <a:rPr lang="ko-KR" alt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단위 추출</a:t>
            </a:r>
            <a:endParaRPr sz="800" b="0" dirty="0">
              <a:solidFill>
                <a:srgbClr val="EA580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3798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Row-level uniform sample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을 보장하지 못해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대표성 저하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vector.c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L243 —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table_count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&gt; 2 hook trigger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사각지대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750326"/>
            <a:ext cx="10515600" cy="2585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range query</a:t>
            </a:r>
            <a:r>
              <a:rPr lang="ko-KR" alt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에 적용하려면</a:t>
            </a:r>
            <a:r>
              <a:rPr lang="en-US" altLang="ko-KR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실행 </a:t>
            </a:r>
            <a:r>
              <a:rPr lang="en-US" altLang="ko-KR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  <a:r>
              <a:rPr lang="ko-KR" alt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을 바꾸지 않는 </a:t>
            </a:r>
            <a:r>
              <a:rPr lang="en-US" altLang="ko-KR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estimation-only sampling </a:t>
            </a:r>
            <a:r>
              <a:rPr lang="ko-KR" alt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경로가 필요하다</a:t>
            </a:r>
            <a:r>
              <a:rPr lang="en-US" altLang="ko-KR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2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3. 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  <a:r>
              <a:rPr lang="en-US" altLang="ko-KR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Skew-Aware Sampling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Uniform Adaptive Sampling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의 한계를 표본 단위와 표본 배분 두 축으로 분해하고</a:t>
            </a: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각각을 독립적으로 보완한다</a:t>
            </a: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1" y="1417320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981" y="1490472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기존 연구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2292" y="1819865"/>
            <a:ext cx="3169085" cy="307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Adaptive Sampling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26957"/>
            <a:ext cx="3306245" cy="7848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Adaptive Sample size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Allocation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System Sampling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912471"/>
            <a:ext cx="10515600" cy="2400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✦</a:t>
            </a:r>
            <a:r>
              <a:rPr 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본 연구는 </a:t>
            </a:r>
            <a:r>
              <a:rPr lang="en-US" altLang="ko-KR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block bias</a:t>
            </a: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를 제거한 뒤 </a:t>
            </a:r>
            <a:r>
              <a:rPr lang="en-US" altLang="ko-KR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sample allocation</a:t>
            </a: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을 재설계한다</a:t>
            </a:r>
            <a:r>
              <a:rPr lang="en-US" altLang="ko-KR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79" y="4844668"/>
            <a:ext cx="5897573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Target: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 range query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target workload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 설정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0080" y="529437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212080"/>
            <a:ext cx="5486400" cy="397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Decomposition &amp; Method: block-level sampling bias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skew 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문제를 분리하고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</a:p>
          <a:p>
            <a:pPr>
              <a:lnSpc>
                <a:spcPct val="130000"/>
              </a:lnSpc>
            </a:pPr>
            <a:r>
              <a:rPr lang="en-US" altLang="ko-KR" sz="9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Sysyem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 ablation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으로 각각 측정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0080" y="570585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656611"/>
            <a:ext cx="5486400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Validation: Random20 / Two-level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분해로 공간 인식 효과 정량화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032" y="4434840"/>
            <a:ext cx="2732215" cy="1554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83680" y="6035040"/>
            <a:ext cx="507492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Two-Level Decomposition — </a:t>
            </a:r>
            <a:r>
              <a:rPr lang="ko-KR" altLang="en-US"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표본 안정화</a:t>
            </a:r>
            <a:r>
              <a:rPr lang="en-US" altLang="ko-KR"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(L1)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lang="en-US"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(L2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r>
              <a:rPr lang="ko-KR" altLang="en-US"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의 분리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4" name="Rounded Rectangle 6"/>
          <p:cNvSpPr/>
          <p:nvPr/>
        </p:nvSpPr>
        <p:spPr>
          <a:xfrm>
            <a:off x="4285154" y="1417320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7"/>
          <p:cNvSpPr/>
          <p:nvPr/>
        </p:nvSpPr>
        <p:spPr>
          <a:xfrm>
            <a:off x="4285153" y="1417320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5757" y="1477946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차별성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4" name="Rounded Rectangle 6"/>
          <p:cNvSpPr/>
          <p:nvPr/>
        </p:nvSpPr>
        <p:spPr>
          <a:xfrm>
            <a:off x="8021668" y="1421203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7"/>
          <p:cNvSpPr/>
          <p:nvPr/>
        </p:nvSpPr>
        <p:spPr>
          <a:xfrm>
            <a:off x="8021667" y="1421203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54376" y="1494355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제안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608173" y="1845436"/>
            <a:ext cx="2853734" cy="30816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원인 분리 및 독립 측정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376410" y="1764780"/>
            <a:ext cx="2905413" cy="6737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Skew-aware </a:t>
            </a: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</a:t>
            </a:r>
            <a:r>
              <a:rPr lang="en-US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14889" y="2592119"/>
            <a:ext cx="3306245" cy="7848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Single-table range query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집중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 bias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skew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분리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Ablation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으로 각 요인 독립 측정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8499" y="2537034"/>
            <a:ext cx="3306245" cy="11748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11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Bernoulli: row-level baseline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</a:t>
            </a:r>
            <a:r>
              <a:rPr lang="ko-KR" altLang="en-US" sz="11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KM20: skew-aware allocation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Skew-unaware: recovery measurement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RQ1 — 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Query-side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Skew지표는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Q-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error를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하지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못</a:t>
            </a:r>
            <a:r>
              <a:rPr lang="ko-KR" alt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했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125265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글로벌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로컬 지표 모두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안정적인 상관을 보이지 않음</a:t>
            </a:r>
            <a:endParaRPr lang="en-US" altLang="ko-KR"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5000"/>
              </a:lnSpc>
            </a:pP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spcAft>
                <a:spcPts val="600"/>
              </a:spcAft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로컬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지표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x 6 selectivity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에서도 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Spearman |</a:t>
            </a:r>
            <a:r>
              <a:rPr lang="el-GR" altLang="ko-KR" sz="1000" dirty="0"/>
              <a:t>ρ</a:t>
            </a:r>
            <a:r>
              <a:rPr lang="en-US" altLang="ko-KR" sz="1000" dirty="0"/>
              <a:t>| &lt;  0.2</a:t>
            </a:r>
          </a:p>
          <a:p>
            <a:pPr>
              <a:spcAft>
                <a:spcPts val="600"/>
              </a:spcAft>
            </a:pP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query-side feature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만으로 어떤 영역을 더 </a:t>
            </a:r>
            <a:r>
              <a:rPr lang="ko-KR" altLang="en-US"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샘플링해야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할지 결정하기 어려움</a:t>
            </a: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5 —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로컬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4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× 6 selectivity = 24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조합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|ρ| &lt; 0.2</a:t>
            </a:r>
            <a:endParaRPr lang="en-US"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lnSpc>
                <a:spcPct val="120000"/>
              </a:lnSpc>
            </a:pPr>
            <a:r>
              <a:rPr lang="en-US" sz="8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Local Skew </a:t>
            </a:r>
            <a:r>
              <a:rPr lang="ko-KR" altLang="en-US" sz="8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지표도 </a:t>
            </a:r>
            <a:r>
              <a:rPr lang="en-US" altLang="ko-KR" sz="8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8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와 약한 상관만 보임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741952"/>
            <a:ext cx="10515600" cy="25699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Query-side feature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만으로 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sampling layer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정하기 어렵다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따라서 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data-side spatial partition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을 사용한다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1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RQ2(1)—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Block-level SYSTEM vs Row-level BERN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258973"/>
              </p:ext>
            </p:extLst>
          </p:nvPr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SYS</a:t>
                      </a:r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(</a:t>
                      </a:r>
                      <a:r>
                        <a:rPr lang="en-US" sz="1000" b="1" dirty="0" err="1">
                          <a:solidFill>
                            <a:srgbClr val="FAFAF9"/>
                          </a:solidFill>
                          <a:latin typeface="Apple SD Gothic Neo"/>
                        </a:rPr>
                        <a:t>blcok</a:t>
                      </a:r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)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BERN</a:t>
                      </a:r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(row)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행 단위 우위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6/8</a:t>
                      </a:r>
                      <a:endParaRPr sz="10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45/40</a:t>
                      </a:r>
                      <a:endParaRPr sz="10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58/37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66/31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76/24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78/22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383280" cy="13839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s=0.05~0.5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BERN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보다 일관되게 낮은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spcAft>
                <a:spcPts val="500"/>
              </a:spcAft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s=0.5: median Q-error 1.1527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1.0519, +9.6%, 78/100 query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endParaRPr lang="en-US"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low selectivity 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true cardinality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가 작아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 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변동이 커짐</a:t>
            </a:r>
            <a:endParaRPr lang="en-US" altLang="ko-KR"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ko-KR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④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BERN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은 최종 기여라기보다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을 평가하기 위한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fair uniform bas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pic>
        <p:nvPicPr>
          <p:cNvPr id="13" name="Picture 2"/>
          <p:cNvPicPr/>
          <p:nvPr/>
        </p:nvPicPr>
        <p:blipFill rotWithShape="1">
          <a:blip r:embed="rId2"/>
          <a:srcRect b="49775"/>
          <a:stretch/>
        </p:blipFill>
        <p:spPr bwMode="auto">
          <a:xfrm>
            <a:off x="1650779" y="4027361"/>
            <a:ext cx="4542716" cy="17596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2"/>
          <p:cNvPicPr/>
          <p:nvPr/>
        </p:nvPicPr>
        <p:blipFill rotWithShape="1">
          <a:blip r:embed="rId2"/>
          <a:srcRect t="50000"/>
          <a:stretch/>
        </p:blipFill>
        <p:spPr bwMode="auto">
          <a:xfrm>
            <a:off x="6218547" y="4039888"/>
            <a:ext cx="4474394" cy="17372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RQ2(2)— KM20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</a:t>
            </a:r>
            <a:r>
              <a:rPr 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:BERN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위에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allocation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BERN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위에 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k-means K=20 </a:t>
            </a:r>
            <a:r>
              <a:rPr lang="en-US" altLang="ko-KR"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stratum_id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를 추가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각 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에서 표본 추출 후 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크기로 </a:t>
            </a:r>
            <a:r>
              <a:rPr lang="ko-KR" altLang="en-US"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가중합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추정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(단일)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(단일)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7063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5000"/>
              </a:lnSpc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s=0.500</a:t>
            </a:r>
            <a:r>
              <a:rPr lang="ko-KR" alt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</a:t>
            </a:r>
            <a:r>
              <a:rPr lang="ko-KR" alt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은 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 </a:t>
            </a:r>
            <a:r>
              <a:rPr lang="ko-KR" alt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대비 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+1.64%, 5-seed 95% </a:t>
            </a:r>
            <a:r>
              <a:rPr lang="ko-KR" altLang="en-US" sz="10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챠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[+1.11,+2.18]</a:t>
            </a:r>
          </a:p>
          <a:p>
            <a:pPr>
              <a:lnSpc>
                <a:spcPct val="145000"/>
              </a:lnSpc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s=0.050, s=0.010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에서도 개선 신호는 있으나 일부는 단일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seed / low-</a:t>
            </a:r>
            <a:r>
              <a:rPr lang="en-US" altLang="ko-KR"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cardinalrity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noise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 해석 보류</a:t>
            </a:r>
            <a:endParaRPr lang="en-US"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45000"/>
              </a:lnSpc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KM20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역할은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 size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증가가 아니라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vector-space region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별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 allocation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보정</a:t>
            </a: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867991"/>
            <a:ext cx="10515600" cy="20608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KM20</a:t>
            </a:r>
            <a:r>
              <a:rPr lang="ko-KR" alt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은 </a:t>
            </a:r>
            <a:r>
              <a:rPr lang="en-US" altLang="ko-KR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row-level uniform baseline </a:t>
            </a:r>
            <a:r>
              <a:rPr lang="ko-KR" alt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위에서 </a:t>
            </a:r>
            <a:r>
              <a:rPr lang="en-US" altLang="ko-KR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vector-space skew</a:t>
            </a:r>
            <a:r>
              <a:rPr lang="ko-KR" alt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를 </a:t>
            </a:r>
            <a:r>
              <a:rPr lang="en-US" altLang="ko-KR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sample allocation</a:t>
            </a:r>
            <a:r>
              <a:rPr lang="ko-KR" alt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에 반영하는 첫 번째 </a:t>
            </a:r>
            <a:r>
              <a:rPr lang="en-US" altLang="ko-KR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positive </a:t>
            </a:r>
            <a:r>
              <a:rPr lang="en-US" altLang="ko-KR" sz="10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reslut</a:t>
            </a:r>
            <a:r>
              <a:rPr lang="ko-KR" alt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다</a:t>
            </a:r>
            <a:r>
              <a:rPr lang="en-US" altLang="ko-KR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0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External Validity—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s=0.500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 </a:t>
            </a:r>
            <a:r>
              <a:rPr lang="ko-KR" alt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교차 검증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 / 15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1989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[+0.65, +2.86]  ·</a:t>
            </a:r>
            <a:r>
              <a:rPr 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8x scale validation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79008"/>
            <a:ext cx="11064240" cy="3570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DEEP 1M ↔ 8M : CI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겹침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(CONSISTENT) — 8 배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규모에서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동일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·  ② </a:t>
            </a:r>
            <a:r>
              <a:rPr lang="en-US"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</a:t>
            </a:r>
            <a:r>
              <a:rPr 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lang="en-US" altLang="ko-KR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DEEP</a:t>
            </a:r>
            <a:r>
              <a:rPr lang="ko-KR" alt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보다 더 큰 </a:t>
            </a:r>
            <a:r>
              <a:rPr lang="ko-KR" altLang="en-US" sz="8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개선폭</a:t>
            </a:r>
            <a:r>
              <a:rPr lang="en-US" altLang="ko-KR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ko-KR" alt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더 </a:t>
            </a:r>
            <a:r>
              <a:rPr lang="en-US" altLang="ko-KR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 </a:t>
            </a:r>
            <a:r>
              <a:rPr lang="ko-KR" alt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 데이터에서 </a:t>
            </a:r>
            <a:r>
              <a:rPr lang="en-US" altLang="ko-KR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KM@0 </a:t>
            </a:r>
            <a:r>
              <a:rPr lang="ko-KR" alt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효과 증가 가능성</a:t>
            </a:r>
            <a:endParaRPr lang="en-US" sz="8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 </a:t>
            </a:r>
            <a:r>
              <a:rPr lang="en-US"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cluster size 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(CV)</a:t>
            </a:r>
            <a:r>
              <a:rPr lang="en-US"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DEEP 0.234 vs SIFT 0.394 (68%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높음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 — </a:t>
            </a:r>
            <a:r>
              <a:rPr 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↑ ⇒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가치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RQ3(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Design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spatial-unawareness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에서의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Recovery Rate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▣ Recovery Rate = (</a:t>
            </a:r>
            <a:r>
              <a:rPr sz="14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방법X</a:t>
            </a:r>
            <a:r>
              <a:rPr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Random</a:t>
            </a:r>
            <a:r>
              <a:rPr lang="en-US"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Projection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2223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MiniBatch</a:t>
            </a:r>
            <a:r>
              <a:rPr lang="en-US"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K-means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사전</a:t>
            </a:r>
            <a:r>
              <a:rPr 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저비용 </a:t>
            </a:r>
            <a:r>
              <a:rPr lang="en-US" altLang="ko-KR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partition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으로 </a:t>
            </a:r>
            <a:r>
              <a:rPr lang="en-US" altLang="ko-KR" sz="9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stratum_id</a:t>
            </a:r>
            <a:r>
              <a:rPr lang="en-US" altLang="ko-KR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부여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Distance-shell sampling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3264408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KDE-pilot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 </a:t>
            </a:r>
            <a:r>
              <a:rPr sz="9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도착</a:t>
            </a:r>
            <a:r>
              <a:rPr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9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후 </a:t>
            </a:r>
            <a:r>
              <a:rPr lang="en-US" altLang="ko-KR" sz="9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pilot sample</a:t>
            </a:r>
            <a:r>
              <a:rPr lang="ko-KR" altLang="en-US" sz="9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로 표본 배분 조정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39" y="3264408"/>
            <a:ext cx="3108960" cy="2223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Density-base reweighting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Partition 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없이 </a:t>
            </a:r>
            <a:r>
              <a:rPr lang="en-US" altLang="ko-KR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에 </a:t>
            </a:r>
            <a:r>
              <a:rPr lang="en-US" altLang="ko-KR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density 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기반 가중치 부여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 DEEP 1M · 8M · SIFT 1.5M 3 </a:t>
            </a:r>
            <a:r>
              <a:rPr sz="11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× 5 seed × 5 selectivity </a:t>
            </a:r>
            <a:r>
              <a:rPr sz="11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동일</a:t>
            </a:r>
            <a:r>
              <a:rPr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850999"/>
            <a:ext cx="10515600" cy="2400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목표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적어도 하나의 저비용 방법이 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효과의 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50% 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이상을 회수하는지 검증</a:t>
            </a:r>
            <a:endParaRPr sz="11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Current Progress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4/4 ~ 4/11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환경 인수인계</a:t>
            </a:r>
            <a:r>
              <a:rPr lang="ko-KR" altLang="en-US" sz="1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·</a:t>
            </a:r>
            <a:r>
              <a:rPr lang="ko-KR" altLang="en-US" sz="13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빌드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355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 </a:t>
            </a:r>
            <a:r>
              <a:rPr lang="en-US" sz="1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Exqutor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source  /    </a:t>
            </a:r>
          </a:p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dataset / server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인계</a:t>
            </a:r>
            <a:endParaRPr lang="en-US"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355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90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PostgreSQL + </a:t>
            </a:r>
            <a:r>
              <a:rPr lang="en-US" sz="1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pgvector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 + </a:t>
            </a:r>
            <a:r>
              <a:rPr lang="en-US" sz="1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Exqutor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build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25699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90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실험 테이블 및 실행 환경 </a:t>
            </a:r>
            <a:r>
              <a:rPr lang="ko-KR" altLang="en-US" sz="11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세팅</a:t>
            </a:r>
            <a:endParaRPr sz="11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~4/1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RQ1</a:t>
            </a:r>
            <a:r>
              <a:rPr 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구조분석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+ RQ2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본 측정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Single-table AS branch </a:t>
            </a:r>
          </a:p>
          <a:p>
            <a:pPr algn="l">
              <a:lnSpc>
                <a:spcPct val="140000"/>
              </a:lnSpc>
            </a:pPr>
            <a:r>
              <a:rPr lang="en-US" altLang="ko-KR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비활성 확인</a:t>
            </a:r>
            <a:endParaRPr sz="11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Forced hook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적용 시 </a:t>
            </a:r>
            <a:endParaRPr lang="en-US" altLang="ko-KR"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lang="en-US" altLang="ko-KR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Sample Scan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부작용 확인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 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SYSTEM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→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BERN, BERN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→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KM20</a:t>
            </a:r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본 측정 시작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외적 타당성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+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원인분석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DEEP 8M / SIFT 1.5M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교차 검증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5-seed 95% CI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산출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RANDOM20 / Two-Level /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HHI / CV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분석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중간 산출물 정리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중간보고서 최종화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발표자료 정리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코드</a:t>
            </a: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·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결과 재현 가능 형태로 </a:t>
            </a:r>
            <a:endParaRPr lang="en-US" altLang="ko-KR" sz="12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   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보존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824465"/>
            <a:ext cx="10515600" cy="23827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  <a:r>
              <a:rPr lang="en-US" sz="12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RQ1</a:t>
            </a:r>
            <a:endParaRPr sz="12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향후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보강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RQ3 Offline Pilot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Low-selectivity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구간 반복 실험 보강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Offline 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Online / Weight-based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Distance-Shell, KDE-pilot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등 </a:t>
            </a: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query-adaptive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후보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민감도 분석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Sample_size</a:t>
            </a: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sensitivity, K sweep = 10/20/30/50, BERN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최적화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Q&amp;A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예상 질문 정리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발표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포스터 준비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PDF (5/27~29)  ·  </a:t>
            </a: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포스터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(6/5)  ·  </a:t>
            </a: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PDF (6/11)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61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3</a:t>
            </a:r>
            <a:r>
              <a:rPr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.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팀원</a:t>
            </a:r>
            <a:r>
              <a:rPr lang="en-US"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별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역할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분담</a:t>
            </a:r>
            <a:endParaRPr sz="2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14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838705"/>
              </p:ext>
            </p:extLst>
          </p:nvPr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이름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역할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담당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팀장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전체 일정 관리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자문 회신 정리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4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인 합의 주재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강재현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발표자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중간 발표 슬라이드 제작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발표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실험</a:t>
                      </a:r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·</a:t>
                      </a:r>
                      <a:r>
                        <a:rPr lang="ko-KR" altLang="en-US" sz="12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분석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실험 구현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코드 수정 작업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작성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이동욱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문서화</a:t>
                      </a:r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·</a:t>
                      </a:r>
                      <a:r>
                        <a:rPr lang="ko-KR" altLang="en-US" sz="12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검토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작성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및 발표 슬라이드 검토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수정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35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800" b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Q &amp; A</a:t>
            </a:r>
            <a:endParaRPr sz="1800" b="0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1758</Words>
  <Application>Microsoft Macintosh PowerPoint</Application>
  <PresentationFormat>와이드스크린</PresentationFormat>
  <Paragraphs>329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맑은 고딕</vt:lpstr>
      <vt:lpstr>Apple SD Gothic Neo</vt:lpstr>
      <vt:lpstr>Arial</vt:lpstr>
      <vt:lpstr>Calibri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조현빈</cp:lastModifiedBy>
  <cp:revision>31</cp:revision>
  <dcterms:created xsi:type="dcterms:W3CDTF">2013-01-27T09:14:16Z</dcterms:created>
  <dcterms:modified xsi:type="dcterms:W3CDTF">2026-04-28T10:07:38Z</dcterms:modified>
  <cp:category/>
</cp:coreProperties>
</file>