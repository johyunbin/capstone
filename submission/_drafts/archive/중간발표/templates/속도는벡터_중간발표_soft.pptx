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743200"/>
            <a:ext cx="7315200" cy="7315200"/>
          </a:xfrm>
          <a:prstGeom prst="ellipse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2560320" cy="36576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CAPSTONE 2026-1  ·  MIDTERM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71323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32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2615184" cy="12801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0410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DEEP 1M / 8M · SIFT 1.5M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9584" y="4526280"/>
            <a:ext cx="2615184" cy="12801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4" y="461772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5-seed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51206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신뢰구간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540410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외적 타당성 통계 보장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4526280"/>
            <a:ext cx="2615184" cy="12801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461772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+19.6%p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51206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Level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540410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공간 인식 단독 효과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25712" y="4526280"/>
            <a:ext cx="2615184" cy="12801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461772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8/8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51206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negative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540410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skew 지표 |ρ|&lt;0.2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035040"/>
            <a:ext cx="1051560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12648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지도교수 박광현 · 연구원 이채림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9E0B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↔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7" name="Picture 26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03904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006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340096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2578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797296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15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3" name="Picture 32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697" y="4206240"/>
            <a:ext cx="3857245" cy="21945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37760" y="644652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②  24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1" name="Picture 20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8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1B4B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1B4B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1B4B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1B4B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1B4B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1B4B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B4B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  <p:pic>
        <p:nvPicPr>
          <p:cNvPr id="12" name="Picture 11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81" y="4114800"/>
            <a:ext cx="6748757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9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10" name="Picture 9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10 / 16</a:t>
            </a:r>
          </a:p>
        </p:txBody>
      </p:sp>
      <p:pic>
        <p:nvPicPr>
          <p:cNvPr id="8" name="Picture 7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F59E0B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①  DEEP 1M ↔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1B4B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E1B4B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1" name="Picture 10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865" y="1737360"/>
            <a:ext cx="4247108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Random K=20 grid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Subspace decile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Cluster-on-the-fly</a:t>
            </a:r>
          </a:p>
        </p:txBody>
      </p:sp>
      <p:sp>
        <p:nvSpPr>
          <p:cNvPr id="27" name="Oval 26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Active reservoir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6" name="Oval 35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3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Stratified weight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27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15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이름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전체 일정 관리 · 자문 회신 정리 · 발표·보고서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주 발표자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중간발표 주 발표 · 슬라이드 검수 · Q&amp;A 사회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실험·문서화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RQ1/RQ2 실험 · vector.c native 구현 · 보고서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Apple SD Gothic Neo"/>
                        </a:rPr>
                        <a:t>분석·작도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1B4B"/>
                          </a:solidFill>
                          <a:latin typeface="Apple SD Gothic Neo"/>
                        </a:rPr>
                        <a:t>통계 분석 (CI · Two-Level) · 그림 작성 · RQ3 설계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