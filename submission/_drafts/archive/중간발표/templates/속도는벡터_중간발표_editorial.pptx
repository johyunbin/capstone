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01168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CAPSTONE 2026-1  /  MIDTERM PRESENTATION  /  연세대학교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858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VOL. 02 — 2026.04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7315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Pivot A BERNOULLI 교체 + Pivot C KM20 Stratified — 3 데이터셋 5-seed CI 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1051560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66928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08076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지도교수 박광현 · 연구원 이채림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현재 진행 상황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■ 실제 선택도는 query 에 따라 0.001% ~ 90% 의 광범위한 분포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■ 옵티마이저가 잘못된 실행 계획 선택 → nested loop ↔ hash join, index 사용 여부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■ 이미지 검색 / 추천 / RAG retrieval 등 단일 테이블 vector range query 에서 빈번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"기술적으로 좋은 추정" vs "실행 계획에 진짜 도움 되는 추정" — 이 간극을 어떻게 메울 것인가?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→  pgvector 1000×, VBASE 10000×, DuckDB 1.5~37× 성능 향상 (논문 보고)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0136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A580C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7568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A580C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 지표 8 종 전수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A580C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· Spearman |ρ| &lt; 0.2 (4 지표 × 6 selectivity = 24 조합)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48"/>
            <a:ext cx="5806440" cy="228590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  단일 테이블 vector range query (이미지 검색·추천·RAG) 는 Exqutor 가 **명시적으로 배제한**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03904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88289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006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RQ1: 8 지표 negative 로 query-side feature 의 사전 layer 정의 불가능성을 정량 증명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34009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578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RQ2: KM20 stratified 가 BERNOULLI 위에서 추가 개선 — 5-seed CI 하한 양수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79729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7150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 설계: 분포 미지 시 KM20 의 "공간 인식 효과" 를 Recovery Rate 프레임워크로 측정</a:t>
            </a: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697" y="4206240"/>
            <a:ext cx="3857245" cy="21945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37760" y="6446520"/>
            <a:ext cx="6675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 12 조합 모두 Q-error ratio ≈ 1.0 (skewed/non-skewed 그룹 차이 없음)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  24 조합 모두 Spearman |ρ| &lt; 0.2 (Cohen 1988 small-effect 미달)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  100 query 전부 Fisher γ &lt; 0 (left-skewed) — 고차원 거리 집중 현상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→  고차원 벡터에서 query-side feature 로 layer 를 사전 정의하는 것은 불가능 — 본 연구의 Motivation 첫 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8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1280160"/>
                <a:gridCol w="914400"/>
                <a:gridCol w="1463040"/>
                <a:gridCol w="1463040"/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71717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AF9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41732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 4 selectivity 구간 (s=0.05~0.5) 에서 p&lt;0.001 — block sampling bias 는 통계적으로 유의한 구조적 약점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  vector.c 한 줄 교체로 Exqutor 카디널리티 추정 개선 경로 확보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  단, 이는 Pivot C 의 fair baseline 도구이지 단독 기여가 아님</a:t>
            </a:r>
          </a:p>
        </p:txBody>
      </p:sp>
      <p:pic>
        <p:nvPicPr>
          <p:cNvPr id="11" name="Picture 10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381" y="4114800"/>
            <a:ext cx="6748757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9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 50% / 30% / 10% 세 구간 모두 95% CI 가 0 을 포함하지 않음 — real effect 통계적 확정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통과) → 5-seed 재현으로 우연 가능성 배제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  BERNOULLI 위에서 추가 개선 — 누적 vs SYSTEM 은 +12.5% (s=0.500)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vector.c  +228 줄 native  ·  GUC 3 개  ·  stratum_id 사전 부여  ·  Horvitz-Thompson 가중 추정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10 / 16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 DEEP 1M ↔ 8M : CI 겹침 (CONSISTENT) — 8 배 규모에서 동일 효과 재현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  SIFT 1.5M : CI 가 DEEP 과 겹치지 않음 (~2 배 효과) — 통계적 구별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  쏠림도 (CV) DEEP 0.234 vs SIFT 0.394 (68% 높음) — 쏠림 ↑ ⇒ 공간 인식 가치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4-Ⅴ. 결과 해석 — 데이터 쏠림과 공간 인식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Two-Level Decomposition + 클러스터 쏠림도 (HHI / CV) 정량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▣ KM20 개선 = Level 1 (비례 배분) + Level 2 (공간 인식)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669280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914400"/>
                <a:gridCol w="1280160"/>
                <a:gridCol w="1600200"/>
              </a:tblGrid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KM20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RANDOM20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격차 (Level 2)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지배 요인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717"/>
                          </a:solidFill>
                          <a:latin typeface="Apple SD Gothic Neo"/>
                        </a:rPr>
                        <a:t>s =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+2.20%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~0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비례만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717"/>
                          </a:solidFill>
                          <a:latin typeface="Apple SD Gothic Neo"/>
                        </a:rPr>
                        <a:t>s = 30%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+0.26%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+2.4%p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717"/>
                          </a:solidFill>
                          <a:latin typeface="Apple SD Gothic Neo"/>
                        </a:rPr>
                        <a:t>s =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+1.74%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+2.5%p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1717"/>
                          </a:solidFill>
                          <a:latin typeface="Apple SD Gothic Neo"/>
                        </a:rPr>
                        <a:t>s = 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+0.79%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+1.1%p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1717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3352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s = 1%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−10.67%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+19.6%p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AFAF9"/>
                          </a:solidFill>
                          <a:latin typeface="Apple SD Gothic Neo"/>
                        </a:rPr>
                        <a:t>★ 공간 인식 단독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▣ 데이터셋 쏠림도 — DEEP CV 0.234 vs SIFT CV 0.394 (68% 높음)</a:t>
            </a:r>
          </a:p>
        </p:txBody>
      </p:sp>
      <p:pic>
        <p:nvPicPr>
          <p:cNvPr id="10" name="Picture 9" descr="figure_10_cluster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865" y="1737360"/>
            <a:ext cx="4247108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251960"/>
            <a:ext cx="5349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클러스터 쏠림도 — DEEP CV 0.234 vs SIFT CV 0.394 (HHI 정량)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72744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663440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SIFT 최대 클러스터 14.8 만 (기대값 7.5 만의 2 배)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502005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956048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상위 2 클러스터가 전체 19% 점유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5312664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5248656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 효과 SIFT +3.07% (DEEP +1.64% 의 약 2 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33288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★  쏠림 ↑ ⇒ Level 2 (공간 인식) 단독 효과 ↑ — 본 가설 단조 관계 재확인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4-Ⅴ. RQ3 (설계) — 분포를 모를 때의 Recovery Rate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▣ Recovery Rate = (방법X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Random K=20 grid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Subspace decile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59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Cluster-on-the-fly</a:t>
            </a:r>
          </a:p>
        </p:txBody>
      </p:sp>
      <p:sp>
        <p:nvSpPr>
          <p:cNvPr id="26" name="Oval 25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Active reservoir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5" name="Oval 34"/>
          <p:cNvSpPr/>
          <p:nvPr/>
        </p:nvSpPr>
        <p:spPr>
          <a:xfrm>
            <a:off x="8321039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3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Stratified weight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  최소 1 방법이 RR ≥ 0.5 → 분포 미지 시에도 KM20 의 절반 효과 회수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5-Ⅰ. 현재 진행 상황 (W1~W4)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13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3/2~4/4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서버 수령 + Docker (4/14)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4/11~4/15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4/15~4/16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4/17~4/28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✓  RQ1 + RQ2 본선 + 5-seed 외적 타당성 + RQ3 설계 — 학기 중간 시점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방법 — DEEP 1M 1-seed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15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80467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</a:rPr>
                        <a:t>이름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</a:rPr>
                        <a:t>담당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박세은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전체 일정 관리 · 자문 회신 정리 · 발표·보고서 총괄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강재현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주 발표자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중간발표 주 발표 · 슬라이드 검수 · Q&amp;A 사회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조현빈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실험·문서화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RQ1/RQ2 실험 · vector.c native 구현 · 보고서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이동욱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71717"/>
                          </a:solidFill>
                          <a:latin typeface="Apple SD Gothic Neo"/>
                        </a:rPr>
                        <a:t>분석·작도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1717"/>
                          </a:solidFill>
                          <a:latin typeface="Apple SD Gothic Neo"/>
                        </a:rPr>
                        <a:t>통계 분석 (CI · Two-Level) · 그림 작성 · RQ3 설계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▣  Q&amp;A 응답 — 통계·CI 는 이동욱, 실험 디테일은 조현빈, 일정·체크포인트는 박세은 분담 (4 인 합의 후 진행)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