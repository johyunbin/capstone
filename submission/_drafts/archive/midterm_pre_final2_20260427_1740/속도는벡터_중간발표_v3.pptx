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1323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132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vs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65" y="4206240"/>
            <a:ext cx="5132708" cy="2194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글로벌 24 + 로컬 24 = 48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97280"/>
                <a:gridCol w="1097280"/>
                <a:gridCol w="777240"/>
                <a:gridCol w="1234440"/>
                <a:gridCol w="1234440"/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6080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 일정 관리 · 자문 회신 정리 · 발표·보고서 총괄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7472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3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39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5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5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 (Cohen 1988)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 (Horvitz-Thompson 1952)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Recovery Rate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 (Neyman 1934)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거리 분포에서 카디널리티 추정 정확도 — 본 연구의 단계적 sanitize 가 측정 가능한 개선을 정량 확보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