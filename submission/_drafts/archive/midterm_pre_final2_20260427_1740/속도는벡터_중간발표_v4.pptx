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1323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13232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5156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39319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지도교수 박광현 · 지도연구원 임채림 석사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vs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128" y="1737360"/>
            <a:ext cx="4138502" cy="2468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7647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9743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4315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3492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8887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0644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760" y="4526280"/>
            <a:ext cx="4491119" cy="1920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9224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log-Fisher γ, P99/P50 tail ratio, Bowley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글로벌 24 + 로컬 24 = 48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47344"/>
            <a:ext cx="5806440" cy="2111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2179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097280"/>
                <a:gridCol w="1097280"/>
                <a:gridCol w="777240"/>
                <a:gridCol w="1234440"/>
                <a:gridCol w="1234440"/>
              </a:tblGrid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760" y="1417320"/>
            <a:ext cx="4482799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5303520"/>
            <a:ext cx="48463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63093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6263640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526280"/>
            <a:ext cx="6080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59669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523" y="1783080"/>
            <a:ext cx="4066794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17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11" y="1417320"/>
            <a:ext cx="5012656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DEEP 1M vs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01680"/>
            <a:ext cx="5349240" cy="2140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Partition (4 방법)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LSH Random Hyperplane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Random Projection (JL)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Hilbert Curve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9651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32504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Mini-batch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Online Query-Adaptive (2 방법)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Distance-Shell</a:t>
            </a:r>
          </a:p>
        </p:txBody>
      </p:sp>
      <p:sp>
        <p:nvSpPr>
          <p:cNvPr id="28" name="Oval 27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KDE-pilot (Neyman)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Weight-based (1 방법)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박세은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전체 일정 관리 · 자문 회신 정리 · 발표·보고서 총괄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자문 컨택 정리 · 4 인 합의 주재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6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74720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 발표자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중간발표 주 발표 · 슬라이드 검수 · Q&amp;A 사회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16 슬라이드 검수 · 리허설 2회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63639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9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399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실험·문서화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조현빈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RQ1/RQ2 실험 · vector.c native 구현 · 보고서 작성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799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39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1539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52559" y="1581912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59" y="1581912"/>
            <a:ext cx="246888" cy="2468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19" y="1554480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분석·작도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79" y="205740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이동욱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7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79" y="278892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 분석 (CI·Two-Level) · 그림 작성 · RQ3 설계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79" y="4343400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7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19" y="4663440"/>
            <a:ext cx="219456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Two-Level +19.6%p 분해 · 그림 8 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66928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결론 — 본 발표의 4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negative · RQ2 외적 타당성 · Two-Level 분해 · RQ3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 지표는 Q-error 를 예측하지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48 /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조합 모두 |ρ| &lt; 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글로벌 4 + 로컬 4 = 48 조합 모두 negative — query-side feature 사전 layer 정의 불가능성을 정량 증명 (Cohen 1988)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Skew-Aware Sampling 의 외적 타당성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 ~ +3.07%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/ 8M / SIFT 5-seed 95%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 데이터셋 모두 BERN 위에서 추가 개선 — DEEP 1M vs 8M CI 겹침 (CONSISTENT) · SIFT 1.5M 약 2배 효과 (CV 0.394, 통계적 구별)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Two-Level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 인식 단독 효과 정량화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+19.6 %p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Level 2 단독 (DEEP 1M, s=0.010)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+8.93%, RANDOM20 −10.67% — 비례 배분 (Level 1) 과 공간 인식 (Level 2) 분해, 가설 단조 관계 재확인 (Horvitz-Thompson 1952)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50876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Recovery Rate 프레임워크 설계 완료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7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79" y="2971800"/>
            <a:ext cx="23317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 ×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474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패러다임 × 방법 (W5~W7 실험)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4023360"/>
            <a:ext cx="2377440" cy="1417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(LSH/RP/Hilbert/MiniBatch) + Online (Shell/KDE-pilot) + Weight (IS) — 분포 미지 시 KM20 의 절반 효과 회수 목표 (Neyman 1934)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skewed 거리 분포에서 카디널리티 추정 정확도 — 본 연구의 단계적 sanitize 가 측정 가능한 개선을 정량 확보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