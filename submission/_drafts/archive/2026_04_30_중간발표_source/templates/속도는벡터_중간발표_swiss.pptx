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ISSUE 02  /  CAPSTONE 2026-1  /  MIDTERM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822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단일 테이블 사각지대와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83480"/>
            <a:ext cx="4572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10515600" cy="25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박세은 (팀장)  /  강재현  /  조현빈  /  이동욱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436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04 . 28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7" name="Picture 26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3" name="Picture 32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1" name="Picture 20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2" name="Picture 11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10" name="Picture 9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8" name="Picture 7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1" name="Picture 10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05840"/>
            <a:ext cx="2743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7" name="Oval 26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6" name="Oval 35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