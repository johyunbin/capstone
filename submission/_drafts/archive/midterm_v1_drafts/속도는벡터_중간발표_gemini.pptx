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1828800"/>
          </a:xfrm>
          <a:prstGeom prst="rect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36576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486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CAPSTONE 2026-1  /  MIDTERM  /  연세대학교 컴퓨터과학과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486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54864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2615184" cy="1280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DEEP 1M / 8M · SIFT 1.5M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4434840"/>
            <a:ext cx="2615184" cy="1280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4" y="452628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신뢰구간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531266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외적 타당성 통계 보장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4434840"/>
            <a:ext cx="2615184" cy="1280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52628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+19.6%p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Level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31266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공간 인식 단독 효과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4434840"/>
            <a:ext cx="2615184" cy="12801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452628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8/8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0292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negative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5312664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skew 지표 |ρ|&lt;0.2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989320"/>
            <a:ext cx="1069848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608076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9" name="Picture 28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5" name="Picture 34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3" name="Picture 22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AFB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9FAFB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4" name="Picture 13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12" name="Picture 11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10" name="Picture 9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F59E0B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9FAFB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9FAFB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9FAFB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9FAFB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9FAFB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3" name="Picture 12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9" name="Oval 28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8" name="Oval 37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9FAFB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17520" y="0"/>
            <a:ext cx="3017520" cy="50800"/>
          </a:xfrm>
          <a:prstGeom prst="rect">
            <a:avLst/>
          </a:prstGeom>
          <a:solidFill>
            <a:srgbClr val="5B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30175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0"/>
            <a:ext cx="3136392" cy="50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1064240" cy="127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FAFB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9FAFB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914400"/>
            <a:ext cx="5029200" cy="50292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66360" y="2286000"/>
            <a:ext cx="18288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