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1323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CAPSTONE 2026-1  ·  MIDTERM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1323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5156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연세대학교 컴퓨터과학과 · 2026-1 캡스톤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5508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지도교수 박광현 · 연구원 이채림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↔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03904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34009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79729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715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697" y="4206240"/>
            <a:ext cx="3857245" cy="2194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4652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24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  <p:pic>
        <p:nvPicPr>
          <p:cNvPr id="11" name="Picture 10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81" y="4114800"/>
            <a:ext cx="6748757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 / 16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DEEP 1M ↔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865" y="1737360"/>
            <a:ext cx="4247108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Random K=20 grid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Subspace decile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Cluster-on-the-fly</a:t>
            </a: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Active reservoir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Stratified 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15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이름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팀장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전체 일정 관리 · 자문 회신 정리 · 발표·보고서 총괄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주 발표자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중간발표 주 발표 · 슬라이드 검수 · Q&amp;A 사회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실험·문서화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RQ1/RQ2 실험 · vector.c native 구현 · 보고서 작성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분석·작도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통계 분석 (CI · Two-Level) · 그림 작성 · RQ3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