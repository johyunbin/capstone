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097280" cy="38100"/>
          </a:xfrm>
          <a:prstGeom prst="rect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CAPSTONE 2026-1 ·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5029200" cy="12700"/>
          </a:xfrm>
          <a:prstGeom prst="rect">
            <a:avLst/>
          </a:prstGeom>
          <a:solidFill>
            <a:srgbClr val="5B7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66928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9893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D7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D7D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C2410C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D7DDE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D7DDE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D7DDE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D7DD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766E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C241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1A2E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C2410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9525">
            <a:solidFill>
              <a:srgbClr val="E7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2E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132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3289F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E7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13289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D7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D7DDE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B718D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