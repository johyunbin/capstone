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hyperlink" Target="https://claude.ai/design/p/455bb91a-3c1e-48a4-b8ee-8932f4d8881d?file=index.html&amp;present=1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4" Type="http://schemas.openxmlformats.org/officeDocument/2006/relationships/hyperlink" Target="https://claude.ai/design/p/585e3fa7-daae-4cfc-8d8f-a0cf966299ea?file=video.html&amp;present=1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hlinkClick r:id="rId4"/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>
            <a:hlinkClick r:id="rId4"/>
          </p:cNvPr>
          <p:cNvSpPr/>
          <p:nvPr/>
        </p:nvSpPr>
        <p:spPr>
          <a:xfrm>
            <a:off x="7711440" y="5852160"/>
            <a:ext cx="3108960" cy="457200"/>
          </a:xfrm>
          <a:prstGeom prst="round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hlinkClick r:id="rId4"/>
              </a:rPr>
              <a:t>▶ 영상 ① 재생 · 32초</a:t>
            </a:r>
          </a:p>
        </p:txBody>
      </p:sp>
      <p:sp>
        <p:nvSpPr>
          <p:cNvPr id="5" name="Oval 4">
            <a:hlinkClick r:id="rId4"/>
          </p:cNvPr>
          <p:cNvSpPr/>
          <p:nvPr/>
        </p:nvSpPr>
        <p:spPr>
          <a:xfrm>
            <a:off x="11003280" y="5669280"/>
            <a:ext cx="822960" cy="822960"/>
          </a:xfrm>
          <a:prstGeom prst="ellipse">
            <a:avLst/>
          </a:prstGeom>
          <a:solidFill>
            <a:srgbClr val="4FB3D9"/>
          </a:solidFill>
          <a:ln w="25400"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1B2A4E"/>
                </a:solidFill>
                <a:latin typeface="Apple SD Gothic Neo"/>
                <a:hlinkClick r:id="rId4"/>
              </a:rPr>
              <a:t>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hlinkClick r:id="rId4"/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>
            <a:hlinkClick r:id="rId4"/>
          </p:cNvPr>
          <p:cNvSpPr/>
          <p:nvPr/>
        </p:nvSpPr>
        <p:spPr>
          <a:xfrm>
            <a:off x="7711440" y="5852160"/>
            <a:ext cx="3108960" cy="457200"/>
          </a:xfrm>
          <a:prstGeom prst="round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  <a:hlinkClick r:id="rId4"/>
              </a:rPr>
              <a:t>▶ 영상 ② 재생 · 45초</a:t>
            </a:r>
          </a:p>
        </p:txBody>
      </p:sp>
      <p:sp>
        <p:nvSpPr>
          <p:cNvPr id="5" name="Oval 4">
            <a:hlinkClick r:id="rId4"/>
          </p:cNvPr>
          <p:cNvSpPr/>
          <p:nvPr/>
        </p:nvSpPr>
        <p:spPr>
          <a:xfrm>
            <a:off x="11003280" y="5669280"/>
            <a:ext cx="822960" cy="822960"/>
          </a:xfrm>
          <a:prstGeom prst="ellipse">
            <a:avLst/>
          </a:prstGeom>
          <a:solidFill>
            <a:srgbClr val="4FB3D9"/>
          </a:solidFill>
          <a:ln w="25400"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1B2A4E"/>
                </a:solidFill>
                <a:latin typeface="Apple SD Gothic Neo"/>
                <a:hlinkClick r:id="rId4"/>
              </a:rPr>
              <a:t>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2026-05-26T06:52:24Z</dcterms:created>
  <dcterms:modified xsi:type="dcterms:W3CDTF">2026-05-26T06:52:24Z</dcterms:modified>
</cp:coreProperties>
</file>